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Open Sans Light"/>
      <p:regular r:id="rId201322"/>
    </p:embeddedFont>
    <p:embeddedFont>
      <p:font typeface="Open Sans Bold"/>
      <p:regular r:id="rId201323"/>
    </p:embeddedFont>
    <p:embeddedFont>
      <p:font typeface="Open Sans"/>
      <p:regular r:id="rId201324"/>
    </p:embeddedFont>
    <p:embeddedFont>
      <p:font typeface="Open Sans Medium"/>
      <p:regular r:id="rId201325"/>
    </p:embeddedFont>
    <p:embeddedFont>
      <p:font typeface="Open Sans SemiBold"/>
      <p:regular r:id="rId201326"/>
    </p:embeddedFont>
    <p:embeddedFont>
      <p:font typeface="Open Sans ExtraBold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Customer Shopping Details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· SQL · Power BI — Analyzing 6,000 customer transactions to uncover purchasing patterns, preferences, and business opportunities.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524"/>
            <a:ext cx="322607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Project Overview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79736"/>
            <a:ext cx="5204073" cy="29489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5077" y="1980902"/>
            <a:ext cx="2677492" cy="946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analyzes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6,000 customer transactions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 18 attributes to identify purchasing patterns, customer preferences, sales trends, subscription behavior, seasonal demand, and payment preferences. The goal is to surface actionable business opportunities for stakeholders.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96119" y="4123358"/>
            <a:ext cx="2659559" cy="613618"/>
          </a:xfrm>
          <a:prstGeom prst="roundRect">
            <a:avLst>
              <a:gd name="adj" fmla="val 7581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1609" y="4238848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MySQL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11609" y="4463728"/>
            <a:ext cx="242857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storage &amp; SQL analysis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242146" y="4123358"/>
            <a:ext cx="2659633" cy="613618"/>
          </a:xfrm>
          <a:prstGeom prst="roundRect">
            <a:avLst>
              <a:gd name="adj" fmla="val 7581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57637" y="4238848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Power BI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357637" y="4463728"/>
            <a:ext cx="242865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dashboards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88248" y="4123358"/>
            <a:ext cx="2659559" cy="613618"/>
          </a:xfrm>
          <a:prstGeom prst="roundRect">
            <a:avLst>
              <a:gd name="adj" fmla="val 7581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03739" y="4238848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Python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103739" y="4463728"/>
            <a:ext cx="242857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preparation &amp; cleaning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616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Dataset Summary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9267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6,000 records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18 columns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capturing customer demographics, purchase behavior, and transaction details.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78955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3396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Customer Profile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646164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ID, Age, Gender, Location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878955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0553" y="23396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Purchase Details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60553" y="2646164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Item, Category, Amount (Rs.), Size, Color, Season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156496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61719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Engagement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96119" y="3923705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Rating, Subscription Status, Previous Purchases, Frequency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156496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0553" y="361719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Transaction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60553" y="3923705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Shipping Type, Discount Applied, Promo Code, Payment Method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594"/>
            <a:ext cx="5496818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Exploratory Data Analysis — Python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046931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289072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DB Integration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174439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174439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Handle Missing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174439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Initial Exploration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289072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Load Data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143375"/>
            <a:ext cx="815176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steps included renaming columns to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snake_case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imputing missing Review Ratings using category medians, creating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age_group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purchase_frequency_days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features, and dropping the redundant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promo_code_used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column before loading the cleaned DataFrame into PostgreSQL.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5938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Revenue &amp; Spending Insights — SQL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and female revenue is nearly equal —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₹23.2M vs ₹22.9M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Several customers using discounts still spent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above the average purchase amount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(e.g., customer 100006 spent ₹14,965)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 shipping avg: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₹7,713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vs Express: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₹7,633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Subscribed customers spend slightly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less on average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(₹7,625 vs ₹7,771)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4956"/>
            <a:ext cx="389059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Top Products &amp; Ratings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63253"/>
            <a:ext cx="3908375" cy="2813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4269" y="1246584"/>
            <a:ext cx="237328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Most Discounted Products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744269" y="1610767"/>
            <a:ext cx="3908375" cy="2345680"/>
          </a:xfrm>
          <a:prstGeom prst="roundRect">
            <a:avLst>
              <a:gd name="adj" fmla="val 245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86325" y="1700064"/>
            <a:ext cx="213203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Item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835750" y="1700064"/>
            <a:ext cx="213203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Discount Rate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886325" y="2090217"/>
            <a:ext cx="213203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Watch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835750" y="2090217"/>
            <a:ext cx="213203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51.98%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886325" y="2480370"/>
            <a:ext cx="213203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Sneakers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35750" y="2480370"/>
            <a:ext cx="213203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51.54%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886325" y="2870522"/>
            <a:ext cx="213203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Jeans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835750" y="2870522"/>
            <a:ext cx="213203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49.78%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86325" y="3260675"/>
            <a:ext cx="213203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Laptop Bag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35750" y="3260675"/>
            <a:ext cx="213203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49.58%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86325" y="3650828"/>
            <a:ext cx="213203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Kurti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835750" y="3650828"/>
            <a:ext cx="213203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49.48%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744269" y="4106094"/>
            <a:ext cx="390837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3 products per category: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Jeans, T-Shirt, Kurti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(Clothing);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Watch, Laptop Bag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(Accessories);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Sneakers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(Footwear).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9393"/>
            <a:ext cx="3535338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Customer Segmentation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38014"/>
            <a:ext cx="3929955" cy="2828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22688" y="1125438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Segment Definitions</a:t>
            </a:r>
            <a:endParaRPr lang="en-US" sz="11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2688" y="1425773"/>
            <a:ext cx="3929955" cy="7318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13709" y="1559644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Loyal — 4,779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913709" y="1847404"/>
            <a:ext cx="360506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Customers with 5+ previous purchases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2688" y="2258541"/>
            <a:ext cx="3929955" cy="7318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13709" y="2392412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Returning — 1,089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4913709" y="2680171"/>
            <a:ext cx="360506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Repeat buyers building purchase history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2688" y="3091309"/>
            <a:ext cx="3929955" cy="7318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13709" y="3225180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New — 132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4913709" y="3512939"/>
            <a:ext cx="360506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First-time or low-frequency shoppers</a:t>
            </a:r>
            <a:endParaRPr lang="en-US" sz="900" dirty="0"/>
          </a:p>
        </p:txBody>
      </p:sp>
      <p:sp>
        <p:nvSpPr>
          <p:cNvPr id="14" name="Shape 8"/>
          <p:cNvSpPr/>
          <p:nvPr/>
        </p:nvSpPr>
        <p:spPr>
          <a:xfrm>
            <a:off x="4722688" y="3936653"/>
            <a:ext cx="3929955" cy="593973"/>
          </a:xfrm>
          <a:prstGeom prst="roundRect">
            <a:avLst>
              <a:gd name="adj" fmla="val 8458"/>
            </a:avLst>
          </a:prstGeom>
          <a:solidFill>
            <a:srgbClr val="EBE2E0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2272" y="4114726"/>
            <a:ext cx="149498" cy="11958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11353" y="4057278"/>
            <a:ext cx="342170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Repeat buyers (5+ purchases) show nearly equal subscription rates: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2,613 subscribed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vs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2,764 not subscribed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Young adults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generate the highest total revenue 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₹12.3M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making them the most valuable age segment. Revenue is otherwise evenly distributed across middle-aged (₹11.3M), adult (₹11.1M), and senior (₹11.5M) groups — suggesting broad cross-generational appeal with a slight edge toward younger shoppers.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524"/>
            <a:ext cx="322607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Power BI Dashboard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79736"/>
            <a:ext cx="5204073" cy="29489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5077" y="1927994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Dashboard Highlights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975077" y="2187476"/>
            <a:ext cx="2677492" cy="849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48.84%</a:t>
            </a:r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subscribed · </a:t>
            </a:r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51.16%</a:t>
            </a:r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 subscribed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Clothing leads in both revenue (~₹1,000) and sales (~1.0K units)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Filters: Gender, Category, Subscription Status, Shipping Type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96119" y="4123358"/>
            <a:ext cx="2659559" cy="613618"/>
          </a:xfrm>
          <a:prstGeom prst="roundRect">
            <a:avLst>
              <a:gd name="adj" fmla="val 7581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1609" y="4238848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1.94K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11609" y="4463728"/>
            <a:ext cx="242857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customers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42146" y="4123358"/>
            <a:ext cx="2659633" cy="613618"/>
          </a:xfrm>
          <a:prstGeom prst="roundRect">
            <a:avLst>
              <a:gd name="adj" fmla="val 7581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57637" y="4238848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₹7.63K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357637" y="4463728"/>
            <a:ext cx="242865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 purchase amount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88248" y="4123358"/>
            <a:ext cx="2659559" cy="613618"/>
          </a:xfrm>
          <a:prstGeom prst="roundRect">
            <a:avLst>
              <a:gd name="adj" fmla="val 7581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03739" y="4238848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3.00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103739" y="4463728"/>
            <a:ext cx="242857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 review rating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5528"/>
            <a:ext cx="4521175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Business Recommendations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613" y="1114946"/>
            <a:ext cx="205978" cy="2059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2380" y="1110704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42380" y="1405012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exclusive subscriber benefits to convert non-subscribers.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13" y="1891605"/>
            <a:ext cx="205978" cy="20597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2380" y="1887364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942380" y="2181671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repeat buyers to accelerate movement into the "Loyal" segment.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13" y="2668265"/>
            <a:ext cx="205978" cy="2059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42380" y="2664023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42380" y="2958331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sales lift from discounts against margin impact.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7613" y="3444925"/>
            <a:ext cx="205978" cy="20597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2380" y="3440683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42380" y="3734991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Highlight top-rated and best-selling items (Hoodie, Jeans, Sneakers) in campaigns.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7613" y="4221584"/>
            <a:ext cx="205978" cy="20597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42380" y="4217343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942380" y="4511650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high-revenue age groups — especially young adults — and express-shipping users.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2026-07-03T10:47:39Z</dcterms:created>
  <dcterms:modified xsi:type="dcterms:W3CDTF">2026-07-03T10:47:39Z</dcterms:modified>
</cp:coreProperties>
</file>